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7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8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6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2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1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8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8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1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8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8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98BF1-92A5-4381-BDEC-DE17DC539F97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63DAC-256F-40C0-B1A8-AA041A7E0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8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Limit, derivative, and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92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90688"/>
            <a:ext cx="5486400" cy="3783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59" y="3911373"/>
            <a:ext cx="6518366" cy="22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30" y="1027905"/>
            <a:ext cx="5625196" cy="52781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1" y="1825625"/>
            <a:ext cx="5849456" cy="1818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89" y="4001293"/>
            <a:ext cx="5244984" cy="8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9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102: At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points are the functions in Exercises 13–30 continuous?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975" y="1275532"/>
            <a:ext cx="6465979" cy="406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6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6163491" cy="428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102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613469" cy="427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0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441908" cy="38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8183"/>
            <a:ext cx="5000897" cy="30835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096" y="1881661"/>
            <a:ext cx="5316583" cy="360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2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114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065" y="1831498"/>
            <a:ext cx="7030404" cy="429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7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120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72" y="1825625"/>
            <a:ext cx="6076134" cy="29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217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906474"/>
            <a:ext cx="4726577" cy="331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2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574280" cy="2307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987" y="4103055"/>
            <a:ext cx="7568974" cy="17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4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L’Hospital</a:t>
            </a:r>
            <a:r>
              <a:rPr lang="en-US" dirty="0" smtClean="0"/>
              <a:t>(page 261,..)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95" y="1569856"/>
            <a:ext cx="5641574" cy="24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" y="1333091"/>
            <a:ext cx="5196840" cy="47259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554" y="1452917"/>
            <a:ext cx="536778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7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1708" y="19462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822575"/>
            <a:ext cx="6597300" cy="1871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939" y="2897717"/>
            <a:ext cx="6691979" cy="31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8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37" y="871357"/>
            <a:ext cx="5454015" cy="53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4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863046" cy="31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4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840" y="1940764"/>
            <a:ext cx="5046073" cy="161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229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0" y="18125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2562"/>
            <a:ext cx="5941423" cy="413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function’s absolute extreme values on the interval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identify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they occur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67" y="1439069"/>
            <a:ext cx="6579869" cy="1669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67" y="3135154"/>
            <a:ext cx="6055724" cy="302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69" y="458946"/>
            <a:ext cx="7114785" cy="57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59" y="1507808"/>
            <a:ext cx="6317252" cy="478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4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9" y="1253898"/>
            <a:ext cx="6430239" cy="45851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425" y="1365272"/>
            <a:ext cx="4518524" cy="46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18" y="816565"/>
            <a:ext cx="5749971" cy="330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3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71</Words>
  <Application>Microsoft Office PowerPoint</Application>
  <PresentationFormat>Widescreen</PresentationFormat>
  <Paragraphs>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Limit, derivative, and applications</vt:lpstr>
      <vt:lpstr>Trang 92</vt:lpstr>
      <vt:lpstr> </vt:lpstr>
      <vt:lpstr>Page 102: At what points are the functions in Exercises 13–30 continuous?  </vt:lpstr>
      <vt:lpstr>PowerPoint Presentation</vt:lpstr>
      <vt:lpstr>Page 102</vt:lpstr>
      <vt:lpstr>PowerPoint Presentation</vt:lpstr>
      <vt:lpstr>PowerPoint Presentation</vt:lpstr>
      <vt:lpstr>Page 114</vt:lpstr>
      <vt:lpstr>Page 120</vt:lpstr>
      <vt:lpstr>Page 217</vt:lpstr>
      <vt:lpstr>PowerPoint Presentation</vt:lpstr>
      <vt:lpstr>Quy tắc L’Hospital(page 261,..)</vt:lpstr>
      <vt:lpstr> </vt:lpstr>
      <vt:lpstr> </vt:lpstr>
      <vt:lpstr> </vt:lpstr>
      <vt:lpstr>PowerPoint Presentation</vt:lpstr>
      <vt:lpstr>PowerPoint Presentation</vt:lpstr>
      <vt:lpstr>Page 229</vt:lpstr>
      <vt:lpstr>Find the function’s absolute extreme values on the interval and identify where they occur  </vt:lpstr>
      <vt:lpstr>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Tính giới hạn</dc:title>
  <dc:creator>T480</dc:creator>
  <cp:lastModifiedBy>T480</cp:lastModifiedBy>
  <cp:revision>10</cp:revision>
  <dcterms:created xsi:type="dcterms:W3CDTF">2022-10-31T08:06:59Z</dcterms:created>
  <dcterms:modified xsi:type="dcterms:W3CDTF">2022-11-07T00:05:38Z</dcterms:modified>
</cp:coreProperties>
</file>
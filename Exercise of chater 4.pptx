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6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8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5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2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3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2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9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3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E211B-561C-4BD8-B951-661A7E774E4D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FA1F0-9FAE-4926-957E-713D0C5D4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2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643393"/>
            <a:ext cx="9144000" cy="47897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 TẬP CHƯƠNG 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3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589" y="933042"/>
            <a:ext cx="7117080" cy="4884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40" y="5861107"/>
            <a:ext cx="7019059" cy="5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0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406" y="1690688"/>
            <a:ext cx="6958985" cy="26069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420" y="4341970"/>
            <a:ext cx="6810929" cy="196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5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13" y="1690688"/>
            <a:ext cx="8019563" cy="431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5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713" y="1690688"/>
            <a:ext cx="6553064" cy="430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0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41" y="1690687"/>
            <a:ext cx="6151789" cy="2566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781" y="4256861"/>
            <a:ext cx="7050813" cy="262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5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104017" cy="500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1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T480</dc:creator>
  <cp:lastModifiedBy>T480</cp:lastModifiedBy>
  <cp:revision>5</cp:revision>
  <dcterms:created xsi:type="dcterms:W3CDTF">2022-11-08T00:00:37Z</dcterms:created>
  <dcterms:modified xsi:type="dcterms:W3CDTF">2022-11-09T02:16:38Z</dcterms:modified>
</cp:coreProperties>
</file>
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4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6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5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6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5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8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8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9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2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4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4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E3A5E-8432-4E8D-A681-0722B9F949D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A3000-8991-4930-B98D-6C72D29DF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2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25" y="365125"/>
            <a:ext cx="5143092" cy="616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0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94" y="1690688"/>
            <a:ext cx="5371107" cy="35233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540" y="1819387"/>
            <a:ext cx="5939151" cy="227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6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60" y="46747"/>
            <a:ext cx="5513206" cy="68112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504" y="1196236"/>
            <a:ext cx="5765074" cy="8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7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" y="1690688"/>
            <a:ext cx="7506653" cy="508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1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503" y="1799929"/>
            <a:ext cx="5694046" cy="50708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524" y="1690688"/>
            <a:ext cx="4698275" cy="30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6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171" y="1690688"/>
            <a:ext cx="7178857" cy="438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9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65125"/>
            <a:ext cx="5756366" cy="54094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686594"/>
            <a:ext cx="5177790" cy="350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3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957" y="528637"/>
            <a:ext cx="5193574" cy="3520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337" y="365125"/>
            <a:ext cx="5809706" cy="353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9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1670"/>
            <a:ext cx="6074413" cy="265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1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99" y="1027906"/>
            <a:ext cx="8359821" cy="518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03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6" y="1825625"/>
            <a:ext cx="6837998" cy="4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28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3" y="78400"/>
            <a:ext cx="7064829" cy="60985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929" y="3346090"/>
            <a:ext cx="5433684" cy="155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896394" cy="43448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825625"/>
            <a:ext cx="5389910" cy="16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6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12" y="1472927"/>
            <a:ext cx="4599908" cy="4962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538" y="1636292"/>
            <a:ext cx="6524502" cy="358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74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82" y="1825625"/>
            <a:ext cx="4399869" cy="46570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069" y="1956570"/>
            <a:ext cx="4637451" cy="457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67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2035"/>
            <a:ext cx="4922520" cy="45779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90688"/>
            <a:ext cx="6124557" cy="322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12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689" y="1690688"/>
            <a:ext cx="4909719" cy="2332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53" y="1690688"/>
            <a:ext cx="6070972" cy="187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29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87" y="1826191"/>
            <a:ext cx="5967821" cy="32993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045" y="1904635"/>
            <a:ext cx="6027955" cy="322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78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29" y="1027906"/>
            <a:ext cx="5863046" cy="571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87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05" y="1027905"/>
            <a:ext cx="6111080" cy="3740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50" y="1359081"/>
            <a:ext cx="5718945" cy="523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3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</Words>
  <Application>Microsoft Office PowerPoint</Application>
  <PresentationFormat>Widescreen</PresentationFormat>
  <Paragraphs>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   </vt:lpstr>
      <vt:lpstr>PowerPoint Presentation</vt:lpstr>
      <vt:lpstr>   </vt:lpstr>
      <vt:lpstr>PowerPoint Presentation</vt:lpstr>
      <vt:lpstr>PowerPoint Presentation</vt:lpstr>
      <vt:lpstr>PowerPoint Presentation</vt:lpstr>
      <vt:lpstr> </vt:lpstr>
      <vt:lpstr>  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T480</dc:creator>
  <cp:lastModifiedBy>T480</cp:lastModifiedBy>
  <cp:revision>5</cp:revision>
  <dcterms:created xsi:type="dcterms:W3CDTF">2022-10-18T00:58:33Z</dcterms:created>
  <dcterms:modified xsi:type="dcterms:W3CDTF">2022-10-18T02:20:32Z</dcterms:modified>
</cp:coreProperties>
</file>